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62-a002-8d2f-8000-000071590d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7f-ac32-8396-8000-000081ec47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7a-f032-8b9a-8000-0000296cf2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76-5d42-805c-8000-0000fef869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7e-e462-88e8-8000-0000b56b87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79-1762-87f4-8000-00004f8ebb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94-aca2-879b-8000-0000627adf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99-d172-8ea5-8000-0000e2919a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95-8fa2-8ad0-8000-0000562a2f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96-e8c2-8208-8000-0000578a7a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98-d4b2-8c2d-8000-000078675d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7caf-2812-8790-8000-00004849ec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告别循环，拥抱注意力：Transformer架构革命</dc:title>
  <dc:subject>告别循环，拥抱注意力：Transformer架构革命</dc:subject>
  <dc:creator>Kimi</dc:creator>
  <cp:lastModifiedBy>Kimi</cp:lastModifiedBy>
  <cp:revision>1</cp:revision>
  <dcterms:created xsi:type="dcterms:W3CDTF">2025-12-01T03:43:37Z</dcterms:created>
  <dcterms:modified xsi:type="dcterms:W3CDTF">2025-12-01T03:43:37Z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{"Label":"告别循环，拥抱注意力：Transformer架构革命","ContentProducer":"001191110108MACG2KBH8F10000","ProduceID":"d4mfuh495eb1lru1pnq0","ReservedCode1":"","ContentPropagator":"001191110108MACG2KBH8F20000","PropagateID":"d4mfuh495eb1lru1pnq0","ReservedCode2":""}</vt:lpwstr>
  </property>
</Properties>
</file>